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6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53808-5FB1-4E66-8976-86CAF7E571C5}" v="19" dt="2024-09-08T22:28:35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1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ihar, Abhijeet" userId="ceaf9ab9-be60-4d40-9b66-ce8255952e14" providerId="ADAL" clId="{DDF53808-5FB1-4E66-8976-86CAF7E571C5}"/>
    <pc:docChg chg="undo custSel addSld delSld modSld sldOrd">
      <pc:chgData name="Parihar, Abhijeet" userId="ceaf9ab9-be60-4d40-9b66-ce8255952e14" providerId="ADAL" clId="{DDF53808-5FB1-4E66-8976-86CAF7E571C5}" dt="2024-09-08T22:37:40.278" v="1902" actId="20577"/>
      <pc:docMkLst>
        <pc:docMk/>
      </pc:docMkLst>
      <pc:sldChg chg="modSp mod">
        <pc:chgData name="Parihar, Abhijeet" userId="ceaf9ab9-be60-4d40-9b66-ce8255952e14" providerId="ADAL" clId="{DDF53808-5FB1-4E66-8976-86CAF7E571C5}" dt="2024-09-08T22:33:35.096" v="1411" actId="20577"/>
        <pc:sldMkLst>
          <pc:docMk/>
          <pc:sldMk cId="3935880089" sldId="256"/>
        </pc:sldMkLst>
        <pc:spChg chg="mod">
          <ac:chgData name="Parihar, Abhijeet" userId="ceaf9ab9-be60-4d40-9b66-ce8255952e14" providerId="ADAL" clId="{DDF53808-5FB1-4E66-8976-86CAF7E571C5}" dt="2024-09-08T22:33:35.096" v="1411" actId="20577"/>
          <ac:spMkLst>
            <pc:docMk/>
            <pc:sldMk cId="3935880089" sldId="256"/>
            <ac:spMk id="2" creationId="{8D37A9F6-2492-2C40-2B6F-66B8A25B7382}"/>
          </ac:spMkLst>
        </pc:spChg>
      </pc:sldChg>
      <pc:sldChg chg="addSp delSp modSp mod">
        <pc:chgData name="Parihar, Abhijeet" userId="ceaf9ab9-be60-4d40-9b66-ce8255952e14" providerId="ADAL" clId="{DDF53808-5FB1-4E66-8976-86CAF7E571C5}" dt="2024-09-08T22:35:27.654" v="1579" actId="20577"/>
        <pc:sldMkLst>
          <pc:docMk/>
          <pc:sldMk cId="907258938" sldId="258"/>
        </pc:sldMkLst>
        <pc:spChg chg="mod">
          <ac:chgData name="Parihar, Abhijeet" userId="ceaf9ab9-be60-4d40-9b66-ce8255952e14" providerId="ADAL" clId="{DDF53808-5FB1-4E66-8976-86CAF7E571C5}" dt="2024-09-08T22:35:27.654" v="1579" actId="20577"/>
          <ac:spMkLst>
            <pc:docMk/>
            <pc:sldMk cId="907258938" sldId="258"/>
            <ac:spMk id="3" creationId="{6963C11E-F8A0-6D4C-D86C-1DA984337359}"/>
          </ac:spMkLst>
        </pc:spChg>
        <pc:picChg chg="del mod">
          <ac:chgData name="Parihar, Abhijeet" userId="ceaf9ab9-be60-4d40-9b66-ce8255952e14" providerId="ADAL" clId="{DDF53808-5FB1-4E66-8976-86CAF7E571C5}" dt="2024-09-08T22:14:07.694" v="184" actId="478"/>
          <ac:picMkLst>
            <pc:docMk/>
            <pc:sldMk cId="907258938" sldId="258"/>
            <ac:picMk id="5" creationId="{A6691F8F-FD4C-2FC4-DE2B-3AEBE29C8243}"/>
          </ac:picMkLst>
        </pc:picChg>
        <pc:picChg chg="add mod">
          <ac:chgData name="Parihar, Abhijeet" userId="ceaf9ab9-be60-4d40-9b66-ce8255952e14" providerId="ADAL" clId="{DDF53808-5FB1-4E66-8976-86CAF7E571C5}" dt="2024-09-08T22:14:10.264" v="185" actId="1076"/>
          <ac:picMkLst>
            <pc:docMk/>
            <pc:sldMk cId="907258938" sldId="258"/>
            <ac:picMk id="1026" creationId="{9A008A97-55D1-F21B-77F2-C9279DD5A75B}"/>
          </ac:picMkLst>
        </pc:picChg>
      </pc:sldChg>
      <pc:sldChg chg="addSp delSp modSp mod">
        <pc:chgData name="Parihar, Abhijeet" userId="ceaf9ab9-be60-4d40-9b66-ce8255952e14" providerId="ADAL" clId="{DDF53808-5FB1-4E66-8976-86CAF7E571C5}" dt="2024-09-08T22:16:39.102" v="264" actId="20577"/>
        <pc:sldMkLst>
          <pc:docMk/>
          <pc:sldMk cId="2743353990" sldId="259"/>
        </pc:sldMkLst>
        <pc:spChg chg="mod">
          <ac:chgData name="Parihar, Abhijeet" userId="ceaf9ab9-be60-4d40-9b66-ce8255952e14" providerId="ADAL" clId="{DDF53808-5FB1-4E66-8976-86CAF7E571C5}" dt="2024-09-08T22:16:39.102" v="264" actId="20577"/>
          <ac:spMkLst>
            <pc:docMk/>
            <pc:sldMk cId="2743353990" sldId="259"/>
            <ac:spMk id="3" creationId="{3627FB51-B055-F6A1-9301-6405DB7ABCEB}"/>
          </ac:spMkLst>
        </pc:spChg>
        <pc:picChg chg="del mod">
          <ac:chgData name="Parihar, Abhijeet" userId="ceaf9ab9-be60-4d40-9b66-ce8255952e14" providerId="ADAL" clId="{DDF53808-5FB1-4E66-8976-86CAF7E571C5}" dt="2024-09-08T22:14:46.601" v="191" actId="478"/>
          <ac:picMkLst>
            <pc:docMk/>
            <pc:sldMk cId="2743353990" sldId="259"/>
            <ac:picMk id="5" creationId="{66620EFA-EFDC-2756-6357-04D0F639DBBC}"/>
          </ac:picMkLst>
        </pc:picChg>
        <pc:picChg chg="add mod">
          <ac:chgData name="Parihar, Abhijeet" userId="ceaf9ab9-be60-4d40-9b66-ce8255952e14" providerId="ADAL" clId="{DDF53808-5FB1-4E66-8976-86CAF7E571C5}" dt="2024-09-08T22:14:49.630" v="192" actId="1076"/>
          <ac:picMkLst>
            <pc:docMk/>
            <pc:sldMk cId="2743353990" sldId="259"/>
            <ac:picMk id="2050" creationId="{74491529-D5D4-334E-1E7B-30D3018D7DAE}"/>
          </ac:picMkLst>
        </pc:picChg>
      </pc:sldChg>
      <pc:sldChg chg="addSp delSp modSp mod">
        <pc:chgData name="Parihar, Abhijeet" userId="ceaf9ab9-be60-4d40-9b66-ce8255952e14" providerId="ADAL" clId="{DDF53808-5FB1-4E66-8976-86CAF7E571C5}" dt="2024-09-08T22:19:19.491" v="432" actId="478"/>
        <pc:sldMkLst>
          <pc:docMk/>
          <pc:sldMk cId="3301858786" sldId="260"/>
        </pc:sldMkLst>
        <pc:spChg chg="mod">
          <ac:chgData name="Parihar, Abhijeet" userId="ceaf9ab9-be60-4d40-9b66-ce8255952e14" providerId="ADAL" clId="{DDF53808-5FB1-4E66-8976-86CAF7E571C5}" dt="2024-09-08T22:17:35.021" v="287" actId="20577"/>
          <ac:spMkLst>
            <pc:docMk/>
            <pc:sldMk cId="3301858786" sldId="260"/>
            <ac:spMk id="2" creationId="{40E5D777-BB51-FD50-E508-F220328BC47A}"/>
          </ac:spMkLst>
        </pc:spChg>
        <pc:spChg chg="mod">
          <ac:chgData name="Parihar, Abhijeet" userId="ceaf9ab9-be60-4d40-9b66-ce8255952e14" providerId="ADAL" clId="{DDF53808-5FB1-4E66-8976-86CAF7E571C5}" dt="2024-09-08T22:18:20.831" v="427" actId="20577"/>
          <ac:spMkLst>
            <pc:docMk/>
            <pc:sldMk cId="3301858786" sldId="260"/>
            <ac:spMk id="3" creationId="{796DF462-2517-FDC5-D2BA-33A8E82AF6AC}"/>
          </ac:spMkLst>
        </pc:spChg>
        <pc:picChg chg="del">
          <ac:chgData name="Parihar, Abhijeet" userId="ceaf9ab9-be60-4d40-9b66-ce8255952e14" providerId="ADAL" clId="{DDF53808-5FB1-4E66-8976-86CAF7E571C5}" dt="2024-09-08T22:19:19.491" v="432" actId="478"/>
          <ac:picMkLst>
            <pc:docMk/>
            <pc:sldMk cId="3301858786" sldId="260"/>
            <ac:picMk id="5" creationId="{E7C457DF-7FD2-F0FD-D8E6-3623C0586E67}"/>
          </ac:picMkLst>
        </pc:picChg>
        <pc:picChg chg="add mod">
          <ac:chgData name="Parihar, Abhijeet" userId="ceaf9ab9-be60-4d40-9b66-ce8255952e14" providerId="ADAL" clId="{DDF53808-5FB1-4E66-8976-86CAF7E571C5}" dt="2024-09-08T22:19:17.911" v="431" actId="1076"/>
          <ac:picMkLst>
            <pc:docMk/>
            <pc:sldMk cId="3301858786" sldId="260"/>
            <ac:picMk id="6" creationId="{A9A49816-4F49-5548-139D-7084F2257850}"/>
          </ac:picMkLst>
        </pc:picChg>
      </pc:sldChg>
      <pc:sldChg chg="addSp delSp modSp mod">
        <pc:chgData name="Parihar, Abhijeet" userId="ceaf9ab9-be60-4d40-9b66-ce8255952e14" providerId="ADAL" clId="{DDF53808-5FB1-4E66-8976-86CAF7E571C5}" dt="2024-09-08T22:20:53.653" v="461" actId="1076"/>
        <pc:sldMkLst>
          <pc:docMk/>
          <pc:sldMk cId="1581068235" sldId="261"/>
        </pc:sldMkLst>
        <pc:spChg chg="mod">
          <ac:chgData name="Parihar, Abhijeet" userId="ceaf9ab9-be60-4d40-9b66-ce8255952e14" providerId="ADAL" clId="{DDF53808-5FB1-4E66-8976-86CAF7E571C5}" dt="2024-09-08T22:19:40.460" v="448" actId="20577"/>
          <ac:spMkLst>
            <pc:docMk/>
            <pc:sldMk cId="1581068235" sldId="261"/>
            <ac:spMk id="2" creationId="{BBE5A6D6-8CD8-2478-0407-B03B615310D0}"/>
          </ac:spMkLst>
        </pc:spChg>
        <pc:spChg chg="del">
          <ac:chgData name="Parihar, Abhijeet" userId="ceaf9ab9-be60-4d40-9b66-ce8255952e14" providerId="ADAL" clId="{DDF53808-5FB1-4E66-8976-86CAF7E571C5}" dt="2024-09-08T22:19:58.112" v="449" actId="478"/>
          <ac:spMkLst>
            <pc:docMk/>
            <pc:sldMk cId="1581068235" sldId="261"/>
            <ac:spMk id="3" creationId="{17068CAB-2A73-A1B5-7CED-10E2552AC79D}"/>
          </ac:spMkLst>
        </pc:spChg>
        <pc:spChg chg="add del mod">
          <ac:chgData name="Parihar, Abhijeet" userId="ceaf9ab9-be60-4d40-9b66-ce8255952e14" providerId="ADAL" clId="{DDF53808-5FB1-4E66-8976-86CAF7E571C5}" dt="2024-09-08T22:20:04.196" v="451" actId="22"/>
          <ac:spMkLst>
            <pc:docMk/>
            <pc:sldMk cId="1581068235" sldId="261"/>
            <ac:spMk id="6" creationId="{A2817D49-F967-E7AA-E2D7-3C582C767BB6}"/>
          </ac:spMkLst>
        </pc:spChg>
        <pc:picChg chg="del">
          <ac:chgData name="Parihar, Abhijeet" userId="ceaf9ab9-be60-4d40-9b66-ce8255952e14" providerId="ADAL" clId="{DDF53808-5FB1-4E66-8976-86CAF7E571C5}" dt="2024-09-08T22:20:01.805" v="450" actId="478"/>
          <ac:picMkLst>
            <pc:docMk/>
            <pc:sldMk cId="1581068235" sldId="261"/>
            <ac:picMk id="5" creationId="{4751E21A-1664-3A12-7153-E11B3A90D28A}"/>
          </ac:picMkLst>
        </pc:picChg>
        <pc:picChg chg="add mod ord">
          <ac:chgData name="Parihar, Abhijeet" userId="ceaf9ab9-be60-4d40-9b66-ce8255952e14" providerId="ADAL" clId="{DDF53808-5FB1-4E66-8976-86CAF7E571C5}" dt="2024-09-08T22:20:53.653" v="461" actId="1076"/>
          <ac:picMkLst>
            <pc:docMk/>
            <pc:sldMk cId="1581068235" sldId="261"/>
            <ac:picMk id="8" creationId="{1174B06A-0B25-BE97-659E-1A226CC1D6A6}"/>
          </ac:picMkLst>
        </pc:picChg>
      </pc:sldChg>
      <pc:sldChg chg="modSp mod">
        <pc:chgData name="Parihar, Abhijeet" userId="ceaf9ab9-be60-4d40-9b66-ce8255952e14" providerId="ADAL" clId="{DDF53808-5FB1-4E66-8976-86CAF7E571C5}" dt="2024-09-08T22:37:40.278" v="1902" actId="20577"/>
        <pc:sldMkLst>
          <pc:docMk/>
          <pc:sldMk cId="2755797282" sldId="262"/>
        </pc:sldMkLst>
        <pc:spChg chg="mod">
          <ac:chgData name="Parihar, Abhijeet" userId="ceaf9ab9-be60-4d40-9b66-ce8255952e14" providerId="ADAL" clId="{DDF53808-5FB1-4E66-8976-86CAF7E571C5}" dt="2024-09-08T22:34:37.367" v="1429" actId="20577"/>
          <ac:spMkLst>
            <pc:docMk/>
            <pc:sldMk cId="2755797282" sldId="262"/>
            <ac:spMk id="2" creationId="{99889BF5-E3CE-8D2A-58D9-4266DE84C4DE}"/>
          </ac:spMkLst>
        </pc:spChg>
        <pc:spChg chg="mod">
          <ac:chgData name="Parihar, Abhijeet" userId="ceaf9ab9-be60-4d40-9b66-ce8255952e14" providerId="ADAL" clId="{DDF53808-5FB1-4E66-8976-86CAF7E571C5}" dt="2024-09-08T22:37:40.278" v="1902" actId="20577"/>
          <ac:spMkLst>
            <pc:docMk/>
            <pc:sldMk cId="2755797282" sldId="262"/>
            <ac:spMk id="3" creationId="{DD04B8F8-1F5B-6186-D5E1-6CB0CA95B08F}"/>
          </ac:spMkLst>
        </pc:spChg>
      </pc:sldChg>
      <pc:sldChg chg="addSp delSp modSp add mod">
        <pc:chgData name="Parihar, Abhijeet" userId="ceaf9ab9-be60-4d40-9b66-ce8255952e14" providerId="ADAL" clId="{DDF53808-5FB1-4E66-8976-86CAF7E571C5}" dt="2024-09-08T22:21:52.109" v="503" actId="478"/>
        <pc:sldMkLst>
          <pc:docMk/>
          <pc:sldMk cId="208652474" sldId="263"/>
        </pc:sldMkLst>
        <pc:spChg chg="add del mod">
          <ac:chgData name="Parihar, Abhijeet" userId="ceaf9ab9-be60-4d40-9b66-ce8255952e14" providerId="ADAL" clId="{DDF53808-5FB1-4E66-8976-86CAF7E571C5}" dt="2024-09-08T22:21:52.109" v="503" actId="478"/>
          <ac:spMkLst>
            <pc:docMk/>
            <pc:sldMk cId="208652474" sldId="263"/>
            <ac:spMk id="6" creationId="{8662F63F-7274-ACE0-A872-6B14BEBF3722}"/>
          </ac:spMkLst>
        </pc:spChg>
        <pc:picChg chg="add mod ord">
          <ac:chgData name="Parihar, Abhijeet" userId="ceaf9ab9-be60-4d40-9b66-ce8255952e14" providerId="ADAL" clId="{DDF53808-5FB1-4E66-8976-86CAF7E571C5}" dt="2024-09-08T22:21:48.013" v="497" actId="1076"/>
          <ac:picMkLst>
            <pc:docMk/>
            <pc:sldMk cId="208652474" sldId="263"/>
            <ac:picMk id="4" creationId="{F1FEC758-908F-2147-E329-A5B73F0AF39D}"/>
          </ac:picMkLst>
        </pc:picChg>
        <pc:picChg chg="del">
          <ac:chgData name="Parihar, Abhijeet" userId="ceaf9ab9-be60-4d40-9b66-ce8255952e14" providerId="ADAL" clId="{DDF53808-5FB1-4E66-8976-86CAF7E571C5}" dt="2024-09-08T22:21:16.079" v="468" actId="478"/>
          <ac:picMkLst>
            <pc:docMk/>
            <pc:sldMk cId="208652474" sldId="263"/>
            <ac:picMk id="8" creationId="{1174B06A-0B25-BE97-659E-1A226CC1D6A6}"/>
          </ac:picMkLst>
        </pc:picChg>
      </pc:sldChg>
      <pc:sldChg chg="addSp delSp modSp new mod">
        <pc:chgData name="Parihar, Abhijeet" userId="ceaf9ab9-be60-4d40-9b66-ce8255952e14" providerId="ADAL" clId="{DDF53808-5FB1-4E66-8976-86CAF7E571C5}" dt="2024-09-08T22:24:36.635" v="585" actId="20577"/>
        <pc:sldMkLst>
          <pc:docMk/>
          <pc:sldMk cId="3354194421" sldId="264"/>
        </pc:sldMkLst>
        <pc:spChg chg="mod">
          <ac:chgData name="Parihar, Abhijeet" userId="ceaf9ab9-be60-4d40-9b66-ce8255952e14" providerId="ADAL" clId="{DDF53808-5FB1-4E66-8976-86CAF7E571C5}" dt="2024-09-08T22:22:31.964" v="530" actId="20577"/>
          <ac:spMkLst>
            <pc:docMk/>
            <pc:sldMk cId="3354194421" sldId="264"/>
            <ac:spMk id="2" creationId="{461BD2A7-6BA7-D57D-2787-0F4622F10C33}"/>
          </ac:spMkLst>
        </pc:spChg>
        <pc:spChg chg="del">
          <ac:chgData name="Parihar, Abhijeet" userId="ceaf9ab9-be60-4d40-9b66-ce8255952e14" providerId="ADAL" clId="{DDF53808-5FB1-4E66-8976-86CAF7E571C5}" dt="2024-09-08T22:22:40.276" v="531" actId="22"/>
          <ac:spMkLst>
            <pc:docMk/>
            <pc:sldMk cId="3354194421" sldId="264"/>
            <ac:spMk id="3" creationId="{A9AECA49-E13D-2B01-4472-8962635D43B2}"/>
          </ac:spMkLst>
        </pc:spChg>
        <pc:spChg chg="add mod">
          <ac:chgData name="Parihar, Abhijeet" userId="ceaf9ab9-be60-4d40-9b66-ce8255952e14" providerId="ADAL" clId="{DDF53808-5FB1-4E66-8976-86CAF7E571C5}" dt="2024-09-08T22:24:17.218" v="573" actId="1076"/>
          <ac:spMkLst>
            <pc:docMk/>
            <pc:sldMk cId="3354194421" sldId="264"/>
            <ac:spMk id="8" creationId="{EC2D79E7-070D-1BD7-2AE9-DE17AC686981}"/>
          </ac:spMkLst>
        </pc:spChg>
        <pc:spChg chg="add mod">
          <ac:chgData name="Parihar, Abhijeet" userId="ceaf9ab9-be60-4d40-9b66-ce8255952e14" providerId="ADAL" clId="{DDF53808-5FB1-4E66-8976-86CAF7E571C5}" dt="2024-09-08T22:24:36.635" v="585" actId="20577"/>
          <ac:spMkLst>
            <pc:docMk/>
            <pc:sldMk cId="3354194421" sldId="264"/>
            <ac:spMk id="9" creationId="{AB19F2B0-C8C2-CB5E-D6D5-51F78463896C}"/>
          </ac:spMkLst>
        </pc:spChg>
        <pc:picChg chg="add mod ord">
          <ac:chgData name="Parihar, Abhijeet" userId="ceaf9ab9-be60-4d40-9b66-ce8255952e14" providerId="ADAL" clId="{DDF53808-5FB1-4E66-8976-86CAF7E571C5}" dt="2024-09-08T22:22:42.604" v="532" actId="1076"/>
          <ac:picMkLst>
            <pc:docMk/>
            <pc:sldMk cId="3354194421" sldId="264"/>
            <ac:picMk id="5" creationId="{89F0F571-CCC0-B8EF-531F-D4120F4D4693}"/>
          </ac:picMkLst>
        </pc:picChg>
        <pc:picChg chg="add mod">
          <ac:chgData name="Parihar, Abhijeet" userId="ceaf9ab9-be60-4d40-9b66-ce8255952e14" providerId="ADAL" clId="{DDF53808-5FB1-4E66-8976-86CAF7E571C5}" dt="2024-09-08T22:22:49.212" v="534" actId="1076"/>
          <ac:picMkLst>
            <pc:docMk/>
            <pc:sldMk cId="3354194421" sldId="264"/>
            <ac:picMk id="7" creationId="{63B88ABD-9C12-7A4E-BB94-4CA424194362}"/>
          </ac:picMkLst>
        </pc:picChg>
      </pc:sldChg>
      <pc:sldChg chg="addSp modSp new mod">
        <pc:chgData name="Parihar, Abhijeet" userId="ceaf9ab9-be60-4d40-9b66-ce8255952e14" providerId="ADAL" clId="{DDF53808-5FB1-4E66-8976-86CAF7E571C5}" dt="2024-09-08T22:28:30.872" v="907" actId="20577"/>
        <pc:sldMkLst>
          <pc:docMk/>
          <pc:sldMk cId="3510658079" sldId="265"/>
        </pc:sldMkLst>
        <pc:spChg chg="mod">
          <ac:chgData name="Parihar, Abhijeet" userId="ceaf9ab9-be60-4d40-9b66-ce8255952e14" providerId="ADAL" clId="{DDF53808-5FB1-4E66-8976-86CAF7E571C5}" dt="2024-09-08T22:25:23.355" v="622" actId="20577"/>
          <ac:spMkLst>
            <pc:docMk/>
            <pc:sldMk cId="3510658079" sldId="265"/>
            <ac:spMk id="2" creationId="{9840DE50-9C07-EA47-5BD4-A68337A54481}"/>
          </ac:spMkLst>
        </pc:spChg>
        <pc:spChg chg="mod">
          <ac:chgData name="Parihar, Abhijeet" userId="ceaf9ab9-be60-4d40-9b66-ce8255952e14" providerId="ADAL" clId="{DDF53808-5FB1-4E66-8976-86CAF7E571C5}" dt="2024-09-08T22:28:30.872" v="907" actId="20577"/>
          <ac:spMkLst>
            <pc:docMk/>
            <pc:sldMk cId="3510658079" sldId="265"/>
            <ac:spMk id="3" creationId="{E20A8872-E26A-1CA9-CDFA-6390F1B8A972}"/>
          </ac:spMkLst>
        </pc:spChg>
        <pc:picChg chg="add mod">
          <ac:chgData name="Parihar, Abhijeet" userId="ceaf9ab9-be60-4d40-9b66-ce8255952e14" providerId="ADAL" clId="{DDF53808-5FB1-4E66-8976-86CAF7E571C5}" dt="2024-09-08T22:26:13.754" v="633" actId="1076"/>
          <ac:picMkLst>
            <pc:docMk/>
            <pc:sldMk cId="3510658079" sldId="265"/>
            <ac:picMk id="5" creationId="{A6C58F37-E158-83BB-4BCE-66B1AC158D12}"/>
          </ac:picMkLst>
        </pc:picChg>
      </pc:sldChg>
      <pc:sldChg chg="add del">
        <pc:chgData name="Parihar, Abhijeet" userId="ceaf9ab9-be60-4d40-9b66-ce8255952e14" providerId="ADAL" clId="{DDF53808-5FB1-4E66-8976-86CAF7E571C5}" dt="2024-09-08T22:25:05.686" v="587" actId="47"/>
        <pc:sldMkLst>
          <pc:docMk/>
          <pc:sldMk cId="3516516046" sldId="265"/>
        </pc:sldMkLst>
      </pc:sldChg>
      <pc:sldChg chg="add del">
        <pc:chgData name="Parihar, Abhijeet" userId="ceaf9ab9-be60-4d40-9b66-ce8255952e14" providerId="ADAL" clId="{DDF53808-5FB1-4E66-8976-86CAF7E571C5}" dt="2024-09-08T22:25:34.830" v="624"/>
        <pc:sldMkLst>
          <pc:docMk/>
          <pc:sldMk cId="939873855" sldId="266"/>
        </pc:sldMkLst>
      </pc:sldChg>
      <pc:sldChg chg="addSp delSp modSp add mod ord">
        <pc:chgData name="Parihar, Abhijeet" userId="ceaf9ab9-be60-4d40-9b66-ce8255952e14" providerId="ADAL" clId="{DDF53808-5FB1-4E66-8976-86CAF7E571C5}" dt="2024-09-08T22:31:20.455" v="1076" actId="20577"/>
        <pc:sldMkLst>
          <pc:docMk/>
          <pc:sldMk cId="2721402752" sldId="266"/>
        </pc:sldMkLst>
        <pc:spChg chg="mod">
          <ac:chgData name="Parihar, Abhijeet" userId="ceaf9ab9-be60-4d40-9b66-ce8255952e14" providerId="ADAL" clId="{DDF53808-5FB1-4E66-8976-86CAF7E571C5}" dt="2024-09-08T22:29:48.728" v="963" actId="20577"/>
          <ac:spMkLst>
            <pc:docMk/>
            <pc:sldMk cId="2721402752" sldId="266"/>
            <ac:spMk id="2" creationId="{9840DE50-9C07-EA47-5BD4-A68337A54481}"/>
          </ac:spMkLst>
        </pc:spChg>
        <pc:spChg chg="mod">
          <ac:chgData name="Parihar, Abhijeet" userId="ceaf9ab9-be60-4d40-9b66-ce8255952e14" providerId="ADAL" clId="{DDF53808-5FB1-4E66-8976-86CAF7E571C5}" dt="2024-09-08T22:31:20.455" v="1076" actId="20577"/>
          <ac:spMkLst>
            <pc:docMk/>
            <pc:sldMk cId="2721402752" sldId="266"/>
            <ac:spMk id="3" creationId="{E20A8872-E26A-1CA9-CDFA-6390F1B8A972}"/>
          </ac:spMkLst>
        </pc:spChg>
        <pc:picChg chg="del">
          <ac:chgData name="Parihar, Abhijeet" userId="ceaf9ab9-be60-4d40-9b66-ce8255952e14" providerId="ADAL" clId="{DDF53808-5FB1-4E66-8976-86CAF7E571C5}" dt="2024-09-08T22:30:27.463" v="983" actId="478"/>
          <ac:picMkLst>
            <pc:docMk/>
            <pc:sldMk cId="2721402752" sldId="266"/>
            <ac:picMk id="5" creationId="{A6C58F37-E158-83BB-4BCE-66B1AC158D12}"/>
          </ac:picMkLst>
        </pc:picChg>
        <pc:picChg chg="add mod ord">
          <ac:chgData name="Parihar, Abhijeet" userId="ceaf9ab9-be60-4d40-9b66-ce8255952e14" providerId="ADAL" clId="{DDF53808-5FB1-4E66-8976-86CAF7E571C5}" dt="2024-09-08T22:30:26.018" v="982" actId="167"/>
          <ac:picMkLst>
            <pc:docMk/>
            <pc:sldMk cId="2721402752" sldId="266"/>
            <ac:picMk id="6" creationId="{F2BFBCE6-12B7-10AC-182B-33224CA8996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1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17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8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9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09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76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5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30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6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971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18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82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46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18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62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76805E1-6988-4641-B0C9-04CEF10FC2DB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6B519-4C41-43B1-9B43-08CBA633C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00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A9F6-2492-2C40-2B6F-66B8A25B73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Identify Clusters in Plant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51F8B-35FD-4F7E-3CCA-12EA1F681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935880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175F-C169-CE36-5A3C-83578748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C11E-F8A0-6D4C-D86C-1DA984337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the number of clusters in Iris dataset</a:t>
            </a:r>
          </a:p>
          <a:p>
            <a:endParaRPr lang="en-US" dirty="0"/>
          </a:p>
          <a:p>
            <a:r>
              <a:rPr lang="en-US" dirty="0"/>
              <a:t>We are going to perform unsupervised learning to determine distinct clusters</a:t>
            </a:r>
          </a:p>
          <a:p>
            <a:endParaRPr lang="en-US" dirty="0"/>
          </a:p>
          <a:p>
            <a:r>
              <a:rPr lang="en-US" dirty="0"/>
              <a:t>Based on the results, we can </a:t>
            </a:r>
          </a:p>
          <a:p>
            <a:pPr marL="0" indent="0">
              <a:buNone/>
            </a:pPr>
            <a:r>
              <a:rPr lang="en-US" dirty="0"/>
              <a:t>	develop an app to identify the type</a:t>
            </a:r>
          </a:p>
          <a:p>
            <a:pPr marL="0" indent="0">
              <a:buNone/>
            </a:pPr>
            <a:r>
              <a:rPr lang="en-US" dirty="0"/>
              <a:t>	of plant based on plant features</a:t>
            </a:r>
          </a:p>
        </p:txBody>
      </p:sp>
      <p:pic>
        <p:nvPicPr>
          <p:cNvPr id="1026" name="Picture 2" descr="Data Science Example - Iris dataset">
            <a:extLst>
              <a:ext uri="{FF2B5EF4-FFF2-40B4-BE49-F238E27FC236}">
                <a16:creationId xmlns:a16="http://schemas.microsoft.com/office/drawing/2014/main" id="{9A008A97-55D1-F21B-77F2-C9279DD5A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662" y="4053467"/>
            <a:ext cx="4033836" cy="150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25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759E-E12B-4533-7E77-2CD3FF59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7FB51-B055-F6A1-9301-6405DB7A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for analysis consists a sample of 150 records for plant features</a:t>
            </a:r>
          </a:p>
          <a:p>
            <a:r>
              <a:rPr lang="en-US" dirty="0"/>
              <a:t>Plant Features</a:t>
            </a:r>
          </a:p>
          <a:p>
            <a:pPr lvl="1"/>
            <a:r>
              <a:rPr lang="en-US" dirty="0"/>
              <a:t>Sepal Length &amp; Width</a:t>
            </a:r>
          </a:p>
          <a:p>
            <a:pPr lvl="1"/>
            <a:r>
              <a:rPr lang="en-US" dirty="0"/>
              <a:t>Petal Length &amp; Width</a:t>
            </a:r>
          </a:p>
        </p:txBody>
      </p:sp>
      <p:pic>
        <p:nvPicPr>
          <p:cNvPr id="2050" name="Picture 2" descr="Python - Basics of Pandas using Iris Dataset - GeeksforGeeks">
            <a:extLst>
              <a:ext uri="{FF2B5EF4-FFF2-40B4-BE49-F238E27FC236}">
                <a16:creationId xmlns:a16="http://schemas.microsoft.com/office/drawing/2014/main" id="{74491529-D5D4-334E-1E7B-30D3018D7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277" y="4428878"/>
            <a:ext cx="8239125" cy="201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35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5D777-BB51-FD50-E508-F220328B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DF462-2517-FDC5-D2BA-33A8E82AF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Dropping ID column as it doesn’t provide any useful information</a:t>
            </a:r>
          </a:p>
          <a:p>
            <a:endParaRPr lang="en-US" dirty="0"/>
          </a:p>
          <a:p>
            <a:r>
              <a:rPr lang="en-US" dirty="0"/>
              <a:t>No missing values were found in the data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49816-4F49-5548-139D-7084F225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582" y="3779076"/>
            <a:ext cx="5150951" cy="210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58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5A6D6-8CD8-2478-0407-B03B61531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74B06A-0B25-BE97-659E-1A226CC1D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6949" y="1256176"/>
            <a:ext cx="6160168" cy="5342065"/>
          </a:xfrm>
        </p:spPr>
      </p:pic>
    </p:spTree>
    <p:extLst>
      <p:ext uri="{BB962C8B-B14F-4D97-AF65-F5344CB8AC3E}">
        <p14:creationId xmlns:p14="http://schemas.microsoft.com/office/powerpoint/2010/main" val="1581068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FEC758-908F-2147-E329-A5B73F0AF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48" y="1256176"/>
            <a:ext cx="6167721" cy="5342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E5A6D6-8CD8-2478-0407-B03B61531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20865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D2A7-6BA7-D57D-2787-0F4622F1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0F571-CCC0-B8EF-531F-D4120F4D4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4375" y="1984835"/>
            <a:ext cx="5381625" cy="4114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B88ABD-9C12-7A4E-BB94-4CA424194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050" y="1984835"/>
            <a:ext cx="5381625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2D79E7-070D-1BD7-2AE9-DE17AC686981}"/>
              </a:ext>
            </a:extLst>
          </p:cNvPr>
          <p:cNvSpPr txBox="1"/>
          <p:nvPr/>
        </p:nvSpPr>
        <p:spPr>
          <a:xfrm>
            <a:off x="1672891" y="1549710"/>
            <a:ext cx="4423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Principal Component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9F2B0-C8C2-CB5E-D6D5-51F78463896C}"/>
              </a:ext>
            </a:extLst>
          </p:cNvPr>
          <p:cNvSpPr txBox="1"/>
          <p:nvPr/>
        </p:nvSpPr>
        <p:spPr>
          <a:xfrm>
            <a:off x="7359566" y="1554736"/>
            <a:ext cx="4423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</a:t>
            </a:r>
            <a:r>
              <a:rPr lang="en-US" dirty="0" err="1"/>
              <a:t>sne</a:t>
            </a:r>
            <a:r>
              <a:rPr lang="en-US" dirty="0"/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3354194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BFBCE6-12B7-10AC-182B-33224CA8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88" y="1317226"/>
            <a:ext cx="6684580" cy="5186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40DE50-9C07-EA47-5BD4-A68337A5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373436" cy="1400530"/>
          </a:xfrm>
        </p:spPr>
        <p:txBody>
          <a:bodyPr/>
          <a:lstStyle/>
          <a:p>
            <a:r>
              <a:rPr lang="en-US" dirty="0"/>
              <a:t>Unsupervised Learning – Agg.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A8872-E26A-1CA9-CDFA-6390F1B8A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1348997"/>
            <a:ext cx="3531750" cy="48994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Agglomerative clustering technique is used to identify the clusters</a:t>
            </a:r>
          </a:p>
          <a:p>
            <a:endParaRPr lang="en-US" dirty="0"/>
          </a:p>
          <a:p>
            <a:r>
              <a:rPr lang="en-US" dirty="0" err="1"/>
              <a:t>Dendogram</a:t>
            </a:r>
            <a:r>
              <a:rPr lang="en-US" dirty="0"/>
              <a:t> showed there are 3 clusters in the data</a:t>
            </a:r>
          </a:p>
          <a:p>
            <a:endParaRPr lang="en-US" dirty="0"/>
          </a:p>
          <a:p>
            <a:r>
              <a:rPr lang="en-US" dirty="0"/>
              <a:t>For evaluation the result of the model, we used Silhouette Score</a:t>
            </a:r>
          </a:p>
          <a:p>
            <a:endParaRPr lang="en-US" dirty="0"/>
          </a:p>
          <a:p>
            <a:r>
              <a:rPr lang="en-US" dirty="0"/>
              <a:t>Achieved Silhouette score of 0.63</a:t>
            </a:r>
          </a:p>
        </p:txBody>
      </p:sp>
    </p:spTree>
    <p:extLst>
      <p:ext uri="{BB962C8B-B14F-4D97-AF65-F5344CB8AC3E}">
        <p14:creationId xmlns:p14="http://schemas.microsoft.com/office/powerpoint/2010/main" val="272140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0DE50-9C07-EA47-5BD4-A68337A5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 – K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A8872-E26A-1CA9-CDFA-6390F1B8A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1348997"/>
            <a:ext cx="3531750" cy="4899403"/>
          </a:xfrm>
        </p:spPr>
        <p:txBody>
          <a:bodyPr/>
          <a:lstStyle/>
          <a:p>
            <a:r>
              <a:rPr lang="en-US" dirty="0"/>
              <a:t>K means clustering technique is used to identify the clusters</a:t>
            </a:r>
          </a:p>
          <a:p>
            <a:endParaRPr lang="en-US" dirty="0"/>
          </a:p>
          <a:p>
            <a:r>
              <a:rPr lang="en-US" dirty="0"/>
              <a:t>For evaluation the result of the model, we used Silhouette Score</a:t>
            </a:r>
          </a:p>
          <a:p>
            <a:endParaRPr lang="en-US" dirty="0"/>
          </a:p>
          <a:p>
            <a:r>
              <a:rPr lang="en-US" dirty="0"/>
              <a:t>Achieved Silhouette score of 0.66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58F37-E158-83BB-4BCE-66B1AC158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88" y="1348997"/>
            <a:ext cx="6684580" cy="505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5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9BF5-E3CE-8D2A-58D9-4266DE84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4B8F8-1F5B-6186-D5E1-6CB0CA95B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insights gained from dimensionality reduction and clustering is that there are 3 cluster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Based on model evaluation metric of Silhouette Score, K Means had higher score of 0.66 as compared to Hierarchy/Agglomerative clustering</a:t>
            </a:r>
          </a:p>
          <a:p>
            <a:endParaRPr lang="en-US" dirty="0"/>
          </a:p>
          <a:p>
            <a:r>
              <a:rPr lang="en-US" dirty="0"/>
              <a:t>Given this research, it is evident that we can identify plant species based on plant features and can form clusters</a:t>
            </a:r>
          </a:p>
          <a:p>
            <a:endParaRPr lang="en-US" dirty="0"/>
          </a:p>
          <a:p>
            <a:r>
              <a:rPr lang="en-US" dirty="0"/>
              <a:t>An app that takes input of plant features and tells end user the type of plant is viable product based on this research </a:t>
            </a:r>
          </a:p>
          <a:p>
            <a:endParaRPr lang="en-US" dirty="0"/>
          </a:p>
          <a:p>
            <a:r>
              <a:rPr lang="en-US" dirty="0"/>
              <a:t>Shortcoming would be that if there were more features except sepal and petal lengths and widths, for ex – color of plant, climate it needs, plant height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797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c921337c-1160-432a-b079-805f59112843}" enabled="0" method="" siteId="{c921337c-1160-432a-b079-805f5911284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</TotalTime>
  <Words>295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Identify Clusters in Plant Dataset</vt:lpstr>
      <vt:lpstr>Research Overview</vt:lpstr>
      <vt:lpstr>Data Overview</vt:lpstr>
      <vt:lpstr>Data Cleaning</vt:lpstr>
      <vt:lpstr>Data Exploration</vt:lpstr>
      <vt:lpstr>Data Exploration</vt:lpstr>
      <vt:lpstr>Dimensionality Reduction</vt:lpstr>
      <vt:lpstr>Unsupervised Learning – Agg. Clustering</vt:lpstr>
      <vt:lpstr>Unsupervised Learning – K Means</vt:lpstr>
      <vt:lpstr>Conclusion &amp; Future Work</vt:lpstr>
    </vt:vector>
  </TitlesOfParts>
  <Company>Charter Communications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Average Test Scores</dc:title>
  <dc:creator>Parihar, Abhijeet</dc:creator>
  <cp:lastModifiedBy>Parihar, Abhijeet</cp:lastModifiedBy>
  <cp:revision>2</cp:revision>
  <dcterms:created xsi:type="dcterms:W3CDTF">2024-01-10T20:22:36Z</dcterms:created>
  <dcterms:modified xsi:type="dcterms:W3CDTF">2024-09-08T22:37:43Z</dcterms:modified>
</cp:coreProperties>
</file>